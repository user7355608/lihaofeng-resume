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59" r:id="rId5"/>
    <p:sldId id="266" r:id="rId6"/>
    <p:sldId id="267" r:id="rId7"/>
    <p:sldId id="268" r:id="rId8"/>
    <p:sldId id="270" r:id="rId9"/>
    <p:sldId id="271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氢源无人机</a:t>
            </a:r>
            <a:r>
              <a:rPr lang="en-US" altLang="zh-CN"/>
              <a:t>QC15</a:t>
            </a:r>
            <a:r>
              <a:rPr lang="zh-CN" altLang="en-US"/>
              <a:t>整机结构设计</a:t>
            </a:r>
            <a:r>
              <a:rPr lang="zh-CN" altLang="en-US"/>
              <a:t>方案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117725" y="3745865"/>
            <a:ext cx="8550275" cy="1511935"/>
          </a:xfrm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结构设计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1495" y="1691005"/>
            <a:ext cx="5581650" cy="4669155"/>
          </a:xfrm>
        </p:spPr>
        <p:txBody>
          <a:bodyPr/>
          <a:p>
            <a:pPr lvl="1" algn="l"/>
            <a:r>
              <a:rPr lang="zh-CN" altLang="en-US" sz="2000"/>
              <a:t>机框和横梁连接固定方式设计为框架整体夹紧，减少零件，增强整体刚性。</a:t>
            </a:r>
            <a:endParaRPr lang="zh-CN" altLang="en-US" sz="2000"/>
          </a:p>
          <a:p>
            <a:pPr lvl="1"/>
            <a:r>
              <a:rPr lang="zh-CN" altLang="en-US" sz="2000"/>
              <a:t>中心增加加强框，减小碳板悬空。</a:t>
            </a:r>
            <a:endParaRPr lang="zh-CN" altLang="en-US" sz="2000"/>
          </a:p>
          <a:p>
            <a:pPr lvl="1"/>
            <a:r>
              <a:rPr lang="zh-CN" altLang="en-US" sz="2000"/>
              <a:t>前后机身设计整体外设框架，减少零件连接。</a:t>
            </a:r>
            <a:endParaRPr lang="zh-CN" altLang="en-US" sz="2000"/>
          </a:p>
          <a:p>
            <a:pPr lvl="1"/>
            <a:r>
              <a:rPr lang="zh-CN" altLang="en-US" sz="2000"/>
              <a:t>起落架使用铰链折叠。</a:t>
            </a:r>
            <a:endParaRPr lang="zh-CN" altLang="en-US" sz="2000"/>
          </a:p>
          <a:p>
            <a:pPr lvl="1"/>
            <a:r>
              <a:rPr lang="zh-CN" altLang="en-US" sz="2000"/>
              <a:t>电池组外壳设计防水结构，机身电池连接器区域设计导水槽。</a:t>
            </a:r>
            <a:endParaRPr lang="zh-CN" altLang="en-US" sz="2000"/>
          </a:p>
          <a:p>
            <a:pPr lvl="1"/>
            <a:r>
              <a:rPr lang="zh-CN" altLang="en-US" sz="2000"/>
              <a:t>电池与机身设计配合导轨，锁止机构（锁止机构与提手联动）。</a:t>
            </a:r>
            <a:endParaRPr lang="zh-CN" altLang="en-US" sz="2000"/>
          </a:p>
          <a:p>
            <a:pPr lvl="1"/>
            <a:r>
              <a:rPr lang="zh-CN" altLang="en-US" sz="2000"/>
              <a:t>折叠件设计多连杆带止锁结构。</a:t>
            </a:r>
            <a:endParaRPr lang="zh-CN" altLang="en-US" sz="2000"/>
          </a:p>
          <a:p>
            <a:pPr lvl="1"/>
            <a:r>
              <a:rPr lang="zh-CN" altLang="en-US" sz="2000">
                <a:solidFill>
                  <a:srgbClr val="FF0000"/>
                </a:solidFill>
              </a:rPr>
              <a:t>整机保持原有样机的</a:t>
            </a:r>
            <a:r>
              <a:rPr lang="en-US" altLang="zh-CN" sz="2000">
                <a:solidFill>
                  <a:srgbClr val="FF0000"/>
                </a:solidFill>
              </a:rPr>
              <a:t>H</a:t>
            </a:r>
            <a:r>
              <a:rPr lang="zh-CN" altLang="en-US" sz="2000">
                <a:solidFill>
                  <a:srgbClr val="FF0000"/>
                </a:solidFill>
              </a:rPr>
              <a:t>型结构不变。</a:t>
            </a:r>
            <a:endParaRPr lang="zh-CN" altLang="en-US" sz="200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4170" y="1863725"/>
            <a:ext cx="1515745" cy="15652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010" y="1863725"/>
            <a:ext cx="3244850" cy="15652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115" y="3501390"/>
            <a:ext cx="3477260" cy="19075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835" y="3501390"/>
            <a:ext cx="1036955" cy="19075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结构减重与仿真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14805"/>
            <a:ext cx="5258435" cy="4942840"/>
          </a:xfrm>
        </p:spPr>
        <p:txBody>
          <a:bodyPr>
            <a:noAutofit/>
          </a:bodyPr>
          <a:p>
            <a:pPr>
              <a:lnSpc>
                <a:spcPct val="110000"/>
              </a:lnSpc>
            </a:pPr>
            <a:r>
              <a:rPr lang="zh-CN" altLang="en-US" sz="2000"/>
              <a:t>机身框架：左右铝框优化壁厚，增加镂空；电池导槽设计为导轨，去除整体电池框。</a:t>
            </a:r>
            <a:endParaRPr lang="zh-CN" altLang="en-US" sz="2000"/>
          </a:p>
          <a:p>
            <a:pPr>
              <a:lnSpc>
                <a:spcPct val="110000"/>
              </a:lnSpc>
            </a:pPr>
            <a:r>
              <a:rPr lang="zh-CN" altLang="en-US" sz="2000"/>
              <a:t>折叠件：折叠连接件结构优化。</a:t>
            </a:r>
            <a:endParaRPr lang="zh-CN" altLang="en-US" sz="2000"/>
          </a:p>
          <a:p>
            <a:pPr>
              <a:lnSpc>
                <a:spcPct val="110000"/>
              </a:lnSpc>
            </a:pPr>
            <a:r>
              <a:rPr lang="zh-CN" altLang="en-US" sz="2000"/>
              <a:t>动力组：动力组底座结构优化。</a:t>
            </a:r>
            <a:endParaRPr lang="zh-CN" altLang="en-US" sz="2000"/>
          </a:p>
          <a:p>
            <a:pPr>
              <a:lnSpc>
                <a:spcPct val="110000"/>
              </a:lnSpc>
            </a:pPr>
            <a:r>
              <a:rPr lang="zh-CN" altLang="en-US" sz="2000"/>
              <a:t>起落架：优化起落架尺寸与连接件。</a:t>
            </a:r>
            <a:endParaRPr lang="zh-CN" altLang="en-US" sz="2000"/>
          </a:p>
          <a:p>
            <a:pPr>
              <a:lnSpc>
                <a:spcPct val="110000"/>
              </a:lnSpc>
            </a:pPr>
            <a:r>
              <a:rPr lang="zh-CN" altLang="en-US" sz="2000">
                <a:sym typeface="+mn-ea"/>
              </a:rPr>
              <a:t>机架模态分析：计算各阶振型，回避空载与满载的大震动区间。</a:t>
            </a:r>
            <a:endParaRPr lang="zh-CN" altLang="en-US" sz="2000"/>
          </a:p>
          <a:p>
            <a:pPr>
              <a:lnSpc>
                <a:spcPct val="110000"/>
              </a:lnSpc>
            </a:pPr>
            <a:r>
              <a:rPr lang="zh-CN" altLang="en-US" sz="2000">
                <a:sym typeface="+mn-ea"/>
              </a:rPr>
              <a:t>关键零部件结构强度仿真：折叠件、起落架连接件、动力组底座强度仿真。验证是否满足安全系数，优化结构减重。</a:t>
            </a:r>
            <a:endParaRPr lang="zh-CN" altLang="en-US" sz="20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4380865"/>
            <a:ext cx="4556125" cy="1495425"/>
          </a:xfrm>
          <a:prstGeom prst="rect">
            <a:avLst/>
          </a:prstGeom>
        </p:spPr>
      </p:pic>
      <p:pic>
        <p:nvPicPr>
          <p:cNvPr id="9" name="图片 8" descr="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210" y="1301750"/>
            <a:ext cx="2802890" cy="1590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210" y="2953385"/>
            <a:ext cx="2881630" cy="13671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机载设备结构与优化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825625"/>
            <a:ext cx="5258435" cy="4544060"/>
          </a:xfrm>
        </p:spPr>
        <p:txBody>
          <a:bodyPr/>
          <a:p>
            <a:r>
              <a:rPr lang="zh-CN" altLang="en-US" sz="2000"/>
              <a:t>飞控布线优化，设计束线结构优化走线。</a:t>
            </a:r>
            <a:endParaRPr lang="zh-CN" altLang="en-US" sz="2000"/>
          </a:p>
          <a:p>
            <a:r>
              <a:rPr lang="zh-CN" altLang="en-US" sz="2000"/>
              <a:t>设计分电板，整合电源模块，优化电源线束与通信线束布局。</a:t>
            </a:r>
            <a:endParaRPr lang="zh-CN" altLang="en-US" sz="2000"/>
          </a:p>
          <a:p>
            <a:r>
              <a:rPr lang="zh-CN" altLang="en-US" sz="2000"/>
              <a:t>优化图传接收机馈线布局，减少干扰。</a:t>
            </a:r>
            <a:endParaRPr lang="zh-CN" altLang="en-US" sz="2000"/>
          </a:p>
          <a:p>
            <a:r>
              <a:rPr lang="zh-CN" altLang="en-US" sz="2000"/>
              <a:t>机载电脑结构外壳设计。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7175" y="1825625"/>
            <a:ext cx="4746625" cy="1816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线束定制开发及连接器选型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825625"/>
            <a:ext cx="4745355" cy="4660265"/>
          </a:xfrm>
        </p:spPr>
        <p:txBody>
          <a:bodyPr/>
          <a:p>
            <a:r>
              <a:rPr lang="zh-CN" altLang="en-US" sz="2000"/>
              <a:t>定制线束：如雷达、分电板、机载电脑等。</a:t>
            </a:r>
            <a:endParaRPr lang="zh-CN" altLang="en-US" sz="2000"/>
          </a:p>
          <a:p>
            <a:r>
              <a:rPr lang="zh-CN" altLang="en-US" sz="2000"/>
              <a:t>线束规格、</a:t>
            </a:r>
            <a:r>
              <a:rPr lang="zh-CN" altLang="en-US" sz="2000">
                <a:sym typeface="+mn-ea"/>
              </a:rPr>
              <a:t>防水连接器选型、</a:t>
            </a:r>
            <a:r>
              <a:rPr lang="zh-CN" altLang="en-US" sz="2000"/>
              <a:t>工艺方案设计。</a:t>
            </a:r>
            <a:endParaRPr lang="zh-CN" altLang="en-US" sz="2000"/>
          </a:p>
          <a:p>
            <a:r>
              <a:rPr lang="zh-CN" altLang="en-US" sz="2000"/>
              <a:t>线束整体结构设计。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4925" y="1825625"/>
            <a:ext cx="4782185" cy="21799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675" y="4091305"/>
            <a:ext cx="3956685" cy="23615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245" y="4091940"/>
            <a:ext cx="2475865" cy="1711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整机防水防尘设计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825625"/>
            <a:ext cx="5003800" cy="4755515"/>
          </a:xfrm>
        </p:spPr>
        <p:txBody>
          <a:bodyPr/>
          <a:p>
            <a:r>
              <a:rPr lang="zh-CN" altLang="en-US" sz="2000"/>
              <a:t>飞控与机载电脑结构外壳优化，增加防尘防水遮挡等。</a:t>
            </a:r>
            <a:endParaRPr lang="zh-CN" altLang="en-US" sz="2000"/>
          </a:p>
          <a:p>
            <a:r>
              <a:rPr lang="zh-CN" altLang="en-US" sz="2000"/>
              <a:t>分电板考虑使用灌胶工艺防水。</a:t>
            </a:r>
            <a:endParaRPr lang="zh-CN" altLang="en-US" sz="2000"/>
          </a:p>
          <a:p>
            <a:r>
              <a:rPr lang="zh-CN" altLang="en-US" sz="2000"/>
              <a:t>中心机舱封闭设计。</a:t>
            </a:r>
            <a:endParaRPr lang="zh-CN" altLang="en-US" sz="2000"/>
          </a:p>
          <a:p>
            <a:r>
              <a:rPr lang="zh-CN" altLang="en-US" sz="2000"/>
              <a:t>部分外设设计防水结构。</a:t>
            </a:r>
            <a:endParaRPr lang="zh-CN" altLang="en-US" sz="2000"/>
          </a:p>
          <a:p>
            <a:r>
              <a:rPr lang="zh-CN" altLang="en-US" sz="2000"/>
              <a:t>机壳与电池外壳设计导水槽。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000250"/>
            <a:ext cx="5520055" cy="2001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外观工业设计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825625"/>
            <a:ext cx="4880610" cy="4237990"/>
          </a:xfrm>
        </p:spPr>
        <p:txBody>
          <a:bodyPr>
            <a:normAutofit/>
          </a:bodyPr>
          <a:p>
            <a:r>
              <a:rPr lang="zh-CN" altLang="en-US" sz="2000"/>
              <a:t>机壳外观工业设计。</a:t>
            </a:r>
            <a:endParaRPr lang="zh-CN" altLang="en-US" sz="2000"/>
          </a:p>
          <a:p>
            <a:r>
              <a:rPr lang="zh-CN" altLang="en-US" sz="2000"/>
              <a:t>机壳与电池外观融合。</a:t>
            </a:r>
            <a:endParaRPr lang="zh-CN" altLang="en-US" sz="2000"/>
          </a:p>
          <a:p>
            <a:r>
              <a:rPr lang="zh-CN" altLang="en-US" sz="2000"/>
              <a:t>机壳与机臂衔接处外观融合。</a:t>
            </a:r>
            <a:endParaRPr lang="zh-CN" altLang="en-US" sz="2000"/>
          </a:p>
          <a:p>
            <a:r>
              <a:rPr lang="zh-CN" altLang="en-US" sz="2000"/>
              <a:t>机壳外观整合雷达、导航模块与吊舱。</a:t>
            </a:r>
            <a:endParaRPr lang="zh-CN" altLang="en-US" sz="2000"/>
          </a:p>
          <a:p>
            <a:endParaRPr lang="zh-CN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其他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825625"/>
            <a:ext cx="5258435" cy="4669790"/>
          </a:xfrm>
        </p:spPr>
        <p:txBody>
          <a:bodyPr>
            <a:normAutofit/>
          </a:bodyPr>
          <a:p>
            <a:r>
              <a:rPr lang="zh-CN" altLang="en-US" sz="2000"/>
              <a:t>未提供的机载设备建模</a:t>
            </a:r>
            <a:endParaRPr lang="zh-CN" altLang="en-US" sz="2000"/>
          </a:p>
          <a:p>
            <a:r>
              <a:rPr lang="zh-CN" altLang="en-US" sz="2000"/>
              <a:t>线束建模</a:t>
            </a:r>
            <a:endParaRPr lang="zh-CN" altLang="en-US" sz="2000"/>
          </a:p>
          <a:p>
            <a:r>
              <a:rPr lang="zh-CN" altLang="en-US" sz="2000"/>
              <a:t>零件工程图</a:t>
            </a:r>
            <a:endParaRPr lang="zh-CN" altLang="en-US" sz="2000"/>
          </a:p>
          <a:p>
            <a:r>
              <a:rPr lang="zh-CN" altLang="en-US" sz="2000"/>
              <a:t>系统布局方案图</a:t>
            </a:r>
            <a:endParaRPr lang="zh-CN" altLang="en-US" sz="2000"/>
          </a:p>
          <a:p>
            <a:r>
              <a:rPr lang="zh-CN" altLang="en-US" sz="2000"/>
              <a:t>机载设备接线图</a:t>
            </a:r>
            <a:endParaRPr lang="zh-CN" altLang="en-US" sz="2000"/>
          </a:p>
          <a:p>
            <a:r>
              <a:rPr lang="zh-CN" altLang="en-US" sz="2000"/>
              <a:t>提供标准件库，标准件选型。</a:t>
            </a:r>
            <a:endParaRPr lang="zh-CN" altLang="en-US" sz="2000"/>
          </a:p>
          <a:p>
            <a:r>
              <a:rPr lang="zh-CN" altLang="en-US" sz="2000"/>
              <a:t>提供材料属性库，零件材料选型。</a:t>
            </a:r>
            <a:endParaRPr lang="zh-CN" altLang="en-US" sz="2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GUwYzMwZDM0YzVhMWFlYmZlNTAzYTgwNTllYzNmMG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</Words>
  <Application>WPS 演示</Application>
  <PresentationFormat>宽屏</PresentationFormat>
  <Paragraphs>61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QY无人机设计方案</vt:lpstr>
      <vt:lpstr>结构设计</vt:lpstr>
      <vt:lpstr>结构减重与仿真</vt:lpstr>
      <vt:lpstr>机载设备结构与优化</vt:lpstr>
      <vt:lpstr>线束定制开发及连接器选型</vt:lpstr>
      <vt:lpstr>整机防水防尘设计</vt:lpstr>
      <vt:lpstr>外观工业设计</vt:lpstr>
      <vt:lpstr>其他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huxiaotian</dc:creator>
  <cp:lastModifiedBy>陈彬翔</cp:lastModifiedBy>
  <cp:revision>24</cp:revision>
  <dcterms:created xsi:type="dcterms:W3CDTF">2026-02-04T08:31:00Z</dcterms:created>
  <dcterms:modified xsi:type="dcterms:W3CDTF">2026-03-26T09:40:45Z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2CF13587F7C54E2A8D8D44C10B1A295F</vt:lpwstr>
  </property>
  <property fmtid="{D5CDD505-2E9C-101B-9397-08002B2CF9AE}" pid="3" name="KSOProductBuildVer">
    <vt:lpwstr>2052-12.1.0.25225</vt:lpwstr>
  </property>
</Properties>
</file>