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3" r:id="rId5"/>
    <p:sldId id="259" r:id="rId6"/>
    <p:sldId id="260" r:id="rId7"/>
    <p:sldId id="266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QY行业无人机方案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17725" y="3745865"/>
            <a:ext cx="8550275" cy="1511935"/>
          </a:xfrm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方案内容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940175" cy="4351655"/>
          </a:xfrm>
        </p:spPr>
        <p:txBody>
          <a:bodyPr/>
          <a:p>
            <a:r>
              <a:rPr lang="zh-CN" altLang="en-US">
                <a:sym typeface="+mn-ea"/>
              </a:rPr>
              <a:t>动力组，电池组不变，优化结构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或使用新动力组电池组优化性能</a:t>
            </a:r>
            <a:endParaRPr lang="zh-CN" altLang="en-US"/>
          </a:p>
          <a:p>
            <a:r>
              <a:rPr lang="zh-CN" altLang="en-US">
                <a:sym typeface="+mn-ea"/>
              </a:rPr>
              <a:t>优化机身结构</a:t>
            </a:r>
            <a:endParaRPr lang="zh-CN" altLang="en-US"/>
          </a:p>
          <a:p>
            <a:r>
              <a:rPr lang="zh-CN" altLang="en-US">
                <a:sym typeface="+mn-ea"/>
              </a:rPr>
              <a:t>优化航电和线束布局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0970" y="509905"/>
            <a:ext cx="4252595" cy="2672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970" y="3277235"/>
            <a:ext cx="4253230" cy="2943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机身主体结构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28445"/>
            <a:ext cx="5581650" cy="1045845"/>
          </a:xfrm>
        </p:spPr>
        <p:txBody>
          <a:bodyPr>
            <a:normAutofit fontScale="90000"/>
          </a:bodyPr>
          <a:p>
            <a:r>
              <a:rPr lang="zh-CN" altLang="en-US"/>
              <a:t>机身采用铝管框架主体</a:t>
            </a:r>
            <a:endParaRPr lang="zh-CN" altLang="en-US"/>
          </a:p>
          <a:p>
            <a:r>
              <a:rPr lang="zh-CN" altLang="en-US"/>
              <a:t>脚架设计快拆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7240" y="2661285"/>
            <a:ext cx="498157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机臂结构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4805"/>
            <a:ext cx="2973070" cy="1301115"/>
          </a:xfrm>
        </p:spPr>
        <p:txBody>
          <a:bodyPr>
            <a:normAutofit fontScale="70000"/>
          </a:bodyPr>
          <a:p>
            <a:r>
              <a:rPr lang="zh-CN" altLang="en-US"/>
              <a:t>优化电机座结构</a:t>
            </a:r>
            <a:endParaRPr lang="zh-CN" altLang="en-US"/>
          </a:p>
          <a:p>
            <a:r>
              <a:rPr lang="zh-CN" altLang="en-US"/>
              <a:t>折叠件结构</a:t>
            </a:r>
            <a:endParaRPr lang="zh-CN" altLang="en-US"/>
          </a:p>
          <a:p>
            <a:r>
              <a:rPr lang="zh-CN" altLang="en-US"/>
              <a:t>或使用一体动力组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1275" y="3352800"/>
            <a:ext cx="3181985" cy="30270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30" y="3596005"/>
            <a:ext cx="5440045" cy="27838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410" y="1036955"/>
            <a:ext cx="2716530" cy="2114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100" y="1036955"/>
            <a:ext cx="3223895" cy="2228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外壳方案和外观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2713990" cy="1123315"/>
          </a:xfrm>
        </p:spPr>
        <p:txBody>
          <a:bodyPr/>
          <a:p>
            <a:r>
              <a:rPr lang="zh-CN" altLang="en-US"/>
              <a:t>使用注塑外壳</a:t>
            </a:r>
            <a:endParaRPr lang="zh-CN" altLang="en-US"/>
          </a:p>
          <a:p>
            <a:r>
              <a:rPr lang="zh-CN" altLang="en-US"/>
              <a:t>外壳上下拆分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0980" y="1767205"/>
            <a:ext cx="6224905" cy="4629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优化线束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675" y="1760220"/>
            <a:ext cx="5612130" cy="4514850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825625"/>
            <a:ext cx="2713990" cy="1123315"/>
          </a:xfrm>
        </p:spPr>
        <p:txBody>
          <a:bodyPr>
            <a:normAutofit fontScale="90000"/>
          </a:bodyPr>
          <a:p>
            <a:r>
              <a:rPr lang="zh-CN" altLang="en-US"/>
              <a:t>使用防水连接器</a:t>
            </a:r>
            <a:endParaRPr lang="zh-CN" altLang="en-US"/>
          </a:p>
          <a:p>
            <a:r>
              <a:rPr lang="zh-CN" altLang="en-US"/>
              <a:t>优化走线等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GUwYzMwZDM0YzVhMWFlYmZlNTAzYTgwNTllYzNmMG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WPS 演示</Application>
  <PresentationFormat>宽屏</PresentationFormat>
  <Paragraphs>30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QY行业无人机方案</vt:lpstr>
      <vt:lpstr>方案内容</vt:lpstr>
      <vt:lpstr>机身主体结构</vt:lpstr>
      <vt:lpstr>机臂结构</vt:lpstr>
      <vt:lpstr>外壳方案和外观</vt:lpstr>
      <vt:lpstr>外壳方案和外观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huxiaotian</dc:creator>
  <cp:lastModifiedBy>huxiaotian</cp:lastModifiedBy>
  <cp:revision>18</cp:revision>
  <dcterms:created xsi:type="dcterms:W3CDTF">2026-02-04T08:31:00Z</dcterms:created>
  <dcterms:modified xsi:type="dcterms:W3CDTF">2026-02-05T10:50:04Z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2CF13587F7C54E2A8D8D44C10B1A295F</vt:lpwstr>
  </property>
  <property fmtid="{D5CDD505-2E9C-101B-9397-08002B2CF9AE}" pid="3" name="KSOProductBuildVer">
    <vt:lpwstr>2052-11.1.0.12970</vt:lpwstr>
  </property>
</Properties>
</file>